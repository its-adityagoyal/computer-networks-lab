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6" r:id="rId14"/>
    <p:sldId id="267" r:id="rId15"/>
    <p:sldId id="313" r:id="rId16"/>
    <p:sldId id="268" r:id="rId17"/>
    <p:sldId id="269" r:id="rId18"/>
    <p:sldId id="270" r:id="rId19"/>
    <p:sldId id="271" r:id="rId20"/>
    <p:sldId id="272" r:id="rId21"/>
    <p:sldId id="273" r:id="rId22"/>
    <p:sldId id="315" r:id="rId23"/>
    <p:sldId id="274" r:id="rId24"/>
    <p:sldId id="314" r:id="rId25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3" roundtripDataSignature="AMtx7mgDxW0muWjKO8omyPhsawCO2edB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2E5756-A256-4BA7-9D4A-D14F59A3AC41}">
  <a:tblStyle styleId="{552E5756-A256-4BA7-9D4A-D14F59A3AC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6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73" Type="http://customschemas.google.com/relationships/presentationmetadata" Target="metadata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Chandrakant Patne" userId="S::rcpatne@kgpian.iitkgp.ac.in::b4b7a3bd-8776-474f-8633-dff2b3e9e964" providerId="AD" clId="Web-{5E267ADD-3C20-17B4-08F3-0076A8DABDF8}"/>
    <pc:docChg chg="addSld">
      <pc:chgData name="Rahul Chandrakant Patne" userId="S::rcpatne@kgpian.iitkgp.ac.in::b4b7a3bd-8776-474f-8633-dff2b3e9e964" providerId="AD" clId="Web-{5E267ADD-3C20-17B4-08F3-0076A8DABDF8}" dt="2026-01-08T08:50:20.829" v="0"/>
      <pc:docMkLst>
        <pc:docMk/>
      </pc:docMkLst>
      <pc:sldChg chg="new">
        <pc:chgData name="Rahul Chandrakant Patne" userId="S::rcpatne@kgpian.iitkgp.ac.in::b4b7a3bd-8776-474f-8633-dff2b3e9e964" providerId="AD" clId="Web-{5E267ADD-3C20-17B4-08F3-0076A8DABDF8}" dt="2026-01-08T08:50:20.829" v="0"/>
        <pc:sldMkLst>
          <pc:docMk/>
          <pc:sldMk cId="1220297091" sldId="315"/>
        </pc:sldMkLst>
      </pc:sldChg>
    </pc:docChg>
  </pc:docChgLst>
  <pc:docChgLst>
    <pc:chgData name="Suvrima Datta" userId="6d4c02040084dea1" providerId="LiveId" clId="{E72EF062-9A17-406F-AB71-A9175BC20D2E}"/>
    <pc:docChg chg="undo custSel addSld delSld modSld sldOrd">
      <pc:chgData name="Suvrima Datta" userId="6d4c02040084dea1" providerId="LiveId" clId="{E72EF062-9A17-406F-AB71-A9175BC20D2E}" dt="2026-01-08T05:38:37.631" v="1741"/>
      <pc:docMkLst>
        <pc:docMk/>
      </pc:docMkLst>
      <pc:sldChg chg="addSp delSp mod">
        <pc:chgData name="Suvrima Datta" userId="6d4c02040084dea1" providerId="LiveId" clId="{E72EF062-9A17-406F-AB71-A9175BC20D2E}" dt="2026-01-08T05:37:00.428" v="1739" actId="21"/>
        <pc:sldMkLst>
          <pc:docMk/>
          <pc:sldMk cId="0" sldId="256"/>
        </pc:sldMkLst>
      </pc:sldChg>
      <pc:sldChg chg="modSp mod">
        <pc:chgData name="Suvrima Datta" userId="6d4c02040084dea1" providerId="LiveId" clId="{E72EF062-9A17-406F-AB71-A9175BC20D2E}" dt="2026-01-07T06:03:39.712" v="0" actId="2711"/>
        <pc:sldMkLst>
          <pc:docMk/>
          <pc:sldMk cId="0" sldId="257"/>
        </pc:sldMkLst>
        <pc:spChg chg="mod">
          <ac:chgData name="Suvrima Datta" userId="6d4c02040084dea1" providerId="LiveId" clId="{E72EF062-9A17-406F-AB71-A9175BC20D2E}" dt="2026-01-07T06:03:39.712" v="0" actId="2711"/>
          <ac:spMkLst>
            <pc:docMk/>
            <pc:sldMk cId="0" sldId="257"/>
            <ac:spMk id="3" creationId="{FB0D240F-4A94-88A7-B940-29A6A681F417}"/>
          </ac:spMkLst>
        </pc:spChg>
      </pc:sldChg>
      <pc:sldChg chg="modSp mod">
        <pc:chgData name="Suvrima Datta" userId="6d4c02040084dea1" providerId="LiveId" clId="{E72EF062-9A17-406F-AB71-A9175BC20D2E}" dt="2026-01-07T06:03:48.756" v="1" actId="2711"/>
        <pc:sldMkLst>
          <pc:docMk/>
          <pc:sldMk cId="0" sldId="258"/>
        </pc:sldMkLst>
        <pc:spChg chg="mod">
          <ac:chgData name="Suvrima Datta" userId="6d4c02040084dea1" providerId="LiveId" clId="{E72EF062-9A17-406F-AB71-A9175BC20D2E}" dt="2026-01-07T06:03:48.756" v="1" actId="2711"/>
          <ac:spMkLst>
            <pc:docMk/>
            <pc:sldMk cId="0" sldId="258"/>
            <ac:spMk id="95" creationId="{00000000-0000-0000-0000-000000000000}"/>
          </ac:spMkLst>
        </pc:spChg>
      </pc:sldChg>
      <pc:sldChg chg="addSp modSp mod">
        <pc:chgData name="Suvrima Datta" userId="6d4c02040084dea1" providerId="LiveId" clId="{E72EF062-9A17-406F-AB71-A9175BC20D2E}" dt="2026-01-07T06:13:00.185" v="12" actId="1076"/>
        <pc:sldMkLst>
          <pc:docMk/>
          <pc:sldMk cId="0" sldId="259"/>
        </pc:sldMkLst>
        <pc:spChg chg="mod">
          <ac:chgData name="Suvrima Datta" userId="6d4c02040084dea1" providerId="LiveId" clId="{E72EF062-9A17-406F-AB71-A9175BC20D2E}" dt="2026-01-07T06:10:58.607" v="6" actId="1076"/>
          <ac:spMkLst>
            <pc:docMk/>
            <pc:sldMk cId="0" sldId="259"/>
            <ac:spMk id="2" creationId="{F122DEAF-F446-E2B2-6DFA-B5E489C615FB}"/>
          </ac:spMkLst>
        </pc:spChg>
        <pc:picChg chg="add mod">
          <ac:chgData name="Suvrima Datta" userId="6d4c02040084dea1" providerId="LiveId" clId="{E72EF062-9A17-406F-AB71-A9175BC20D2E}" dt="2026-01-07T06:11:05.137" v="8" actId="1076"/>
          <ac:picMkLst>
            <pc:docMk/>
            <pc:sldMk cId="0" sldId="259"/>
            <ac:picMk id="4" creationId="{0C5D8653-A67C-50F0-E0A4-44052B35AFE4}"/>
          </ac:picMkLst>
        </pc:picChg>
        <pc:picChg chg="add mod">
          <ac:chgData name="Suvrima Datta" userId="6d4c02040084dea1" providerId="LiveId" clId="{E72EF062-9A17-406F-AB71-A9175BC20D2E}" dt="2026-01-07T06:13:00.185" v="12" actId="1076"/>
          <ac:picMkLst>
            <pc:docMk/>
            <pc:sldMk cId="0" sldId="259"/>
            <ac:picMk id="6" creationId="{80C8384C-19EF-CDDD-BBE1-B5E65A994E41}"/>
          </ac:picMkLst>
        </pc:picChg>
      </pc:sldChg>
      <pc:sldChg chg="addSp delSp modSp mod">
        <pc:chgData name="Suvrima Datta" userId="6d4c02040084dea1" providerId="LiveId" clId="{E72EF062-9A17-406F-AB71-A9175BC20D2E}" dt="2026-01-07T11:41:22.783" v="470" actId="5793"/>
        <pc:sldMkLst>
          <pc:docMk/>
          <pc:sldMk cId="0" sldId="260"/>
        </pc:sldMkLst>
        <pc:spChg chg="add mod">
          <ac:chgData name="Suvrima Datta" userId="6d4c02040084dea1" providerId="LiveId" clId="{E72EF062-9A17-406F-AB71-A9175BC20D2E}" dt="2026-01-07T06:36:21.719" v="44" actId="1582"/>
          <ac:spMkLst>
            <pc:docMk/>
            <pc:sldMk cId="0" sldId="260"/>
            <ac:spMk id="4" creationId="{05147A1D-24F7-BA48-7C96-2930ACBE4A51}"/>
          </ac:spMkLst>
        </pc:spChg>
        <pc:spChg chg="add mod">
          <ac:chgData name="Suvrima Datta" userId="6d4c02040084dea1" providerId="LiveId" clId="{E72EF062-9A17-406F-AB71-A9175BC20D2E}" dt="2026-01-07T06:37:17.926" v="63" actId="2711"/>
          <ac:spMkLst>
            <pc:docMk/>
            <pc:sldMk cId="0" sldId="260"/>
            <ac:spMk id="7" creationId="{1FDEADD2-E632-5D06-6DDD-8BFDBDE334A3}"/>
          </ac:spMkLst>
        </pc:spChg>
        <pc:spChg chg="mod">
          <ac:chgData name="Suvrima Datta" userId="6d4c02040084dea1" providerId="LiveId" clId="{E72EF062-9A17-406F-AB71-A9175BC20D2E}" dt="2026-01-07T11:41:22.783" v="470" actId="5793"/>
          <ac:spMkLst>
            <pc:docMk/>
            <pc:sldMk cId="0" sldId="260"/>
            <ac:spMk id="128" creationId="{00000000-0000-0000-0000-000000000000}"/>
          </ac:spMkLst>
        </pc:spChg>
        <pc:spChg chg="mod">
          <ac:chgData name="Suvrima Datta" userId="6d4c02040084dea1" providerId="LiveId" clId="{E72EF062-9A17-406F-AB71-A9175BC20D2E}" dt="2026-01-07T06:14:20.746" v="31" actId="20577"/>
          <ac:spMkLst>
            <pc:docMk/>
            <pc:sldMk cId="0" sldId="260"/>
            <ac:spMk id="129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06:34:36.910" v="38" actId="1076"/>
          <ac:picMkLst>
            <pc:docMk/>
            <pc:sldMk cId="0" sldId="260"/>
            <ac:picMk id="3" creationId="{A75F4988-E9EE-04CD-5E37-16556697FA0C}"/>
          </ac:picMkLst>
        </pc:picChg>
        <pc:cxnChg chg="add mod">
          <ac:chgData name="Suvrima Datta" userId="6d4c02040084dea1" providerId="LiveId" clId="{E72EF062-9A17-406F-AB71-A9175BC20D2E}" dt="2026-01-07T06:36:44.930" v="47" actId="1582"/>
          <ac:cxnSpMkLst>
            <pc:docMk/>
            <pc:sldMk cId="0" sldId="260"/>
            <ac:cxnSpMk id="6" creationId="{5C5D2D5E-742A-B836-468B-FE78E4C06F78}"/>
          </ac:cxnSpMkLst>
        </pc:cxnChg>
      </pc:sldChg>
      <pc:sldChg chg="addSp delSp modSp mod ord">
        <pc:chgData name="Suvrima Datta" userId="6d4c02040084dea1" providerId="LiveId" clId="{E72EF062-9A17-406F-AB71-A9175BC20D2E}" dt="2026-01-08T05:38:37.631" v="1741"/>
        <pc:sldMkLst>
          <pc:docMk/>
          <pc:sldMk cId="0" sldId="261"/>
        </pc:sldMkLst>
        <pc:spChg chg="mod">
          <ac:chgData name="Suvrima Datta" userId="6d4c02040084dea1" providerId="LiveId" clId="{E72EF062-9A17-406F-AB71-A9175BC20D2E}" dt="2026-01-07T06:37:32.795" v="65" actId="6549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06:56:34.216" v="84" actId="20577"/>
          <ac:spMkLst>
            <pc:docMk/>
            <pc:sldMk cId="0" sldId="261"/>
            <ac:spMk id="13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06:58:11.740" v="88" actId="14100"/>
          <ac:picMkLst>
            <pc:docMk/>
            <pc:sldMk cId="0" sldId="261"/>
            <ac:picMk id="3" creationId="{E4942E6A-4042-1AA1-4562-E842FD18BFFD}"/>
          </ac:picMkLst>
        </pc:picChg>
      </pc:sldChg>
      <pc:sldChg chg="addSp delSp modSp mod">
        <pc:chgData name="Suvrima Datta" userId="6d4c02040084dea1" providerId="LiveId" clId="{E72EF062-9A17-406F-AB71-A9175BC20D2E}" dt="2026-01-07T10:55:20.799" v="174" actId="2711"/>
        <pc:sldMkLst>
          <pc:docMk/>
          <pc:sldMk cId="0" sldId="262"/>
        </pc:sldMkLst>
        <pc:spChg chg="add mod">
          <ac:chgData name="Suvrima Datta" userId="6d4c02040084dea1" providerId="LiveId" clId="{E72EF062-9A17-406F-AB71-A9175BC20D2E}" dt="2026-01-07T10:54:26.789" v="128" actId="208"/>
          <ac:spMkLst>
            <pc:docMk/>
            <pc:sldMk cId="0" sldId="262"/>
            <ac:spMk id="4" creationId="{FC98C8F9-61B2-D618-D5B5-AF746EB8201E}"/>
          </ac:spMkLst>
        </pc:spChg>
        <pc:spChg chg="add mod">
          <ac:chgData name="Suvrima Datta" userId="6d4c02040084dea1" providerId="LiveId" clId="{E72EF062-9A17-406F-AB71-A9175BC20D2E}" dt="2026-01-07T10:55:20.799" v="174" actId="2711"/>
          <ac:spMkLst>
            <pc:docMk/>
            <pc:sldMk cId="0" sldId="262"/>
            <ac:spMk id="9" creationId="{B14E3ECD-B02A-7182-92FF-810C342890E7}"/>
          </ac:spMkLst>
        </pc:spChg>
        <pc:spChg chg="mod">
          <ac:chgData name="Suvrima Datta" userId="6d4c02040084dea1" providerId="LiveId" clId="{E72EF062-9A17-406F-AB71-A9175BC20D2E}" dt="2026-01-07T10:52:30.851" v="117" actId="20577"/>
          <ac:spMkLst>
            <pc:docMk/>
            <pc:sldMk cId="0" sldId="262"/>
            <ac:spMk id="142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0:54:10.558" v="125" actId="1076"/>
          <ac:picMkLst>
            <pc:docMk/>
            <pc:sldMk cId="0" sldId="262"/>
            <ac:picMk id="3" creationId="{B7E08704-D8A5-DD7A-7363-596ADA1DAC5B}"/>
          </ac:picMkLst>
        </pc:picChg>
        <pc:cxnChg chg="add mod">
          <ac:chgData name="Suvrima Datta" userId="6d4c02040084dea1" providerId="LiveId" clId="{E72EF062-9A17-406F-AB71-A9175BC20D2E}" dt="2026-01-07T10:54:47.459" v="134" actId="1582"/>
          <ac:cxnSpMkLst>
            <pc:docMk/>
            <pc:sldMk cId="0" sldId="262"/>
            <ac:cxnSpMk id="6" creationId="{C2235218-823E-A579-06F9-60768EE1065D}"/>
          </ac:cxnSpMkLst>
        </pc:cxnChg>
      </pc:sldChg>
      <pc:sldChg chg="addSp delSp modSp mod">
        <pc:chgData name="Suvrima Datta" userId="6d4c02040084dea1" providerId="LiveId" clId="{E72EF062-9A17-406F-AB71-A9175BC20D2E}" dt="2026-01-07T11:30:32.375" v="318" actId="1076"/>
        <pc:sldMkLst>
          <pc:docMk/>
          <pc:sldMk cId="0" sldId="263"/>
        </pc:sldMkLst>
        <pc:spChg chg="add mod">
          <ac:chgData name="Suvrima Datta" userId="6d4c02040084dea1" providerId="LiveId" clId="{E72EF062-9A17-406F-AB71-A9175BC20D2E}" dt="2026-01-07T11:30:29.779" v="317" actId="1076"/>
          <ac:spMkLst>
            <pc:docMk/>
            <pc:sldMk cId="0" sldId="263"/>
            <ac:spMk id="2" creationId="{AEA8AA28-2772-6BA4-B6EF-639CA23288F2}"/>
          </ac:spMkLst>
        </pc:spChg>
        <pc:spChg chg="mod">
          <ac:chgData name="Suvrima Datta" userId="6d4c02040084dea1" providerId="LiveId" clId="{E72EF062-9A17-406F-AB71-A9175BC20D2E}" dt="2026-01-07T11:29:07.480" v="313" actId="20577"/>
          <ac:spMkLst>
            <pc:docMk/>
            <pc:sldMk cId="0" sldId="263"/>
            <ac:spMk id="150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30:32.375" v="318" actId="1076"/>
          <ac:picMkLst>
            <pc:docMk/>
            <pc:sldMk cId="0" sldId="263"/>
            <ac:picMk id="4" creationId="{519634C0-83A3-5F93-B115-60998D50A88B}"/>
          </ac:picMkLst>
        </pc:picChg>
      </pc:sldChg>
      <pc:sldChg chg="addSp delSp modSp mod">
        <pc:chgData name="Suvrima Datta" userId="6d4c02040084dea1" providerId="LiveId" clId="{E72EF062-9A17-406F-AB71-A9175BC20D2E}" dt="2026-01-07T11:42:04.266" v="474" actId="1076"/>
        <pc:sldMkLst>
          <pc:docMk/>
          <pc:sldMk cId="0" sldId="264"/>
        </pc:sldMkLst>
        <pc:spChg chg="add mod">
          <ac:chgData name="Suvrima Datta" userId="6d4c02040084dea1" providerId="LiveId" clId="{E72EF062-9A17-406F-AB71-A9175BC20D2E}" dt="2026-01-07T11:34:09.415" v="434" actId="1076"/>
          <ac:spMkLst>
            <pc:docMk/>
            <pc:sldMk cId="0" sldId="264"/>
            <ac:spMk id="2" creationId="{EB63EE31-E5A6-F7B5-D9AC-6BC7E03C5B04}"/>
          </ac:spMkLst>
        </pc:spChg>
        <pc:spChg chg="add mod">
          <ac:chgData name="Suvrima Datta" userId="6d4c02040084dea1" providerId="LiveId" clId="{E72EF062-9A17-406F-AB71-A9175BC20D2E}" dt="2026-01-07T11:34:46.184" v="439" actId="208"/>
          <ac:spMkLst>
            <pc:docMk/>
            <pc:sldMk cId="0" sldId="264"/>
            <ac:spMk id="5" creationId="{B225598D-9256-6514-26EC-5CDB85CA3D01}"/>
          </ac:spMkLst>
        </pc:spChg>
        <pc:spChg chg="add mod">
          <ac:chgData name="Suvrima Datta" userId="6d4c02040084dea1" providerId="LiveId" clId="{E72EF062-9A17-406F-AB71-A9175BC20D2E}" dt="2026-01-07T11:42:04.266" v="474" actId="1076"/>
          <ac:spMkLst>
            <pc:docMk/>
            <pc:sldMk cId="0" sldId="264"/>
            <ac:spMk id="8" creationId="{2A7E651F-1FD2-4F34-F572-033ECE9FB584}"/>
          </ac:spMkLst>
        </pc:spChg>
        <pc:spChg chg="mod">
          <ac:chgData name="Suvrima Datta" userId="6d4c02040084dea1" providerId="LiveId" clId="{E72EF062-9A17-406F-AB71-A9175BC20D2E}" dt="2026-01-07T11:32:10.011" v="352" actId="20577"/>
          <ac:spMkLst>
            <pc:docMk/>
            <pc:sldMk cId="0" sldId="264"/>
            <ac:spMk id="160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34:16.024" v="436" actId="14100"/>
          <ac:picMkLst>
            <pc:docMk/>
            <pc:sldMk cId="0" sldId="264"/>
            <ac:picMk id="4" creationId="{3DE1B6B3-9810-3115-B5BA-10A0D3BBADAD}"/>
          </ac:picMkLst>
        </pc:picChg>
        <pc:cxnChg chg="add mod">
          <ac:chgData name="Suvrima Datta" userId="6d4c02040084dea1" providerId="LiveId" clId="{E72EF062-9A17-406F-AB71-A9175BC20D2E}" dt="2026-01-07T11:41:58.236" v="473" actId="14100"/>
          <ac:cxnSpMkLst>
            <pc:docMk/>
            <pc:sldMk cId="0" sldId="264"/>
            <ac:cxnSpMk id="7" creationId="{56988983-63F6-A053-D276-00BAB9798581}"/>
          </ac:cxnSpMkLst>
        </pc:cxnChg>
      </pc:sldChg>
      <pc:sldChg chg="addSp delSp modSp mod">
        <pc:chgData name="Suvrima Datta" userId="6d4c02040084dea1" providerId="LiveId" clId="{E72EF062-9A17-406F-AB71-A9175BC20D2E}" dt="2026-01-07T11:55:10.120" v="635" actId="1076"/>
        <pc:sldMkLst>
          <pc:docMk/>
          <pc:sldMk cId="0" sldId="266"/>
        </pc:sldMkLst>
        <pc:spChg chg="mod">
          <ac:chgData name="Suvrima Datta" userId="6d4c02040084dea1" providerId="LiveId" clId="{E72EF062-9A17-406F-AB71-A9175BC20D2E}" dt="2026-01-07T11:54:52.841" v="630" actId="1076"/>
          <ac:spMkLst>
            <pc:docMk/>
            <pc:sldMk cId="0" sldId="266"/>
            <ac:spMk id="190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42:22.911" v="503" actId="20577"/>
          <ac:spMkLst>
            <pc:docMk/>
            <pc:sldMk cId="0" sldId="266"/>
            <ac:spMk id="191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55:10.120" v="635" actId="1076"/>
          <ac:picMkLst>
            <pc:docMk/>
            <pc:sldMk cId="0" sldId="266"/>
            <ac:picMk id="3" creationId="{88695F00-CDEB-AC76-D64C-78115CFC6207}"/>
          </ac:picMkLst>
        </pc:picChg>
      </pc:sldChg>
      <pc:sldChg chg="addSp modSp mod">
        <pc:chgData name="Suvrima Datta" userId="6d4c02040084dea1" providerId="LiveId" clId="{E72EF062-9A17-406F-AB71-A9175BC20D2E}" dt="2026-01-07T11:59:19.210" v="748" actId="20577"/>
        <pc:sldMkLst>
          <pc:docMk/>
          <pc:sldMk cId="0" sldId="267"/>
        </pc:sldMkLst>
        <pc:spChg chg="add mod">
          <ac:chgData name="Suvrima Datta" userId="6d4c02040084dea1" providerId="LiveId" clId="{E72EF062-9A17-406F-AB71-A9175BC20D2E}" dt="2026-01-07T11:58:39.769" v="683" actId="1076"/>
          <ac:spMkLst>
            <pc:docMk/>
            <pc:sldMk cId="0" sldId="267"/>
            <ac:spMk id="4" creationId="{D62A538D-469A-356D-8363-BC98BC048F7B}"/>
          </ac:spMkLst>
        </pc:spChg>
        <pc:spChg chg="mod">
          <ac:chgData name="Suvrima Datta" userId="6d4c02040084dea1" providerId="LiveId" clId="{E72EF062-9A17-406F-AB71-A9175BC20D2E}" dt="2026-01-07T11:59:19.210" v="748" actId="20577"/>
          <ac:spMkLst>
            <pc:docMk/>
            <pc:sldMk cId="0" sldId="267"/>
            <ac:spMk id="197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55:24.231" v="662" actId="20577"/>
          <ac:spMkLst>
            <pc:docMk/>
            <pc:sldMk cId="0" sldId="267"/>
            <ac:spMk id="198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1:57:49.562" v="667" actId="1076"/>
          <ac:picMkLst>
            <pc:docMk/>
            <pc:sldMk cId="0" sldId="267"/>
            <ac:picMk id="3" creationId="{1BD3B4B8-8781-5940-6B16-D6CC735CA8DB}"/>
          </ac:picMkLst>
        </pc:picChg>
      </pc:sldChg>
      <pc:sldChg chg="addSp modSp mod">
        <pc:chgData name="Suvrima Datta" userId="6d4c02040084dea1" providerId="LiveId" clId="{E72EF062-9A17-406F-AB71-A9175BC20D2E}" dt="2026-01-07T12:13:06.613" v="889" actId="12"/>
        <pc:sldMkLst>
          <pc:docMk/>
          <pc:sldMk cId="0" sldId="268"/>
        </pc:sldMkLst>
        <pc:spChg chg="mod">
          <ac:chgData name="Suvrima Datta" userId="6d4c02040084dea1" providerId="LiveId" clId="{E72EF062-9A17-406F-AB71-A9175BC20D2E}" dt="2026-01-07T12:13:06.613" v="889" actId="12"/>
          <ac:spMkLst>
            <pc:docMk/>
            <pc:sldMk cId="0" sldId="268"/>
            <ac:spMk id="203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1:59:50.465" v="763" actId="20577"/>
          <ac:spMkLst>
            <pc:docMk/>
            <pc:sldMk cId="0" sldId="268"/>
            <ac:spMk id="204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12:51.864" v="885" actId="1076"/>
          <ac:picMkLst>
            <pc:docMk/>
            <pc:sldMk cId="0" sldId="268"/>
            <ac:picMk id="3" creationId="{DFD48E06-0377-6D6A-E592-19D671FADE46}"/>
          </ac:picMkLst>
        </pc:picChg>
      </pc:sldChg>
      <pc:sldChg chg="addSp modSp mod">
        <pc:chgData name="Suvrima Datta" userId="6d4c02040084dea1" providerId="LiveId" clId="{E72EF062-9A17-406F-AB71-A9175BC20D2E}" dt="2026-01-07T12:50:26.809" v="1203" actId="1076"/>
        <pc:sldMkLst>
          <pc:docMk/>
          <pc:sldMk cId="0" sldId="269"/>
        </pc:sldMkLst>
        <pc:spChg chg="mod">
          <ac:chgData name="Suvrima Datta" userId="6d4c02040084dea1" providerId="LiveId" clId="{E72EF062-9A17-406F-AB71-A9175BC20D2E}" dt="2026-01-07T12:46:10.665" v="1200" actId="20577"/>
          <ac:spMkLst>
            <pc:docMk/>
            <pc:sldMk cId="0" sldId="269"/>
            <ac:spMk id="209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2:46:02.007" v="1199" actId="20577"/>
          <ac:spMkLst>
            <pc:docMk/>
            <pc:sldMk cId="0" sldId="269"/>
            <ac:spMk id="210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50:26.809" v="1203" actId="1076"/>
          <ac:picMkLst>
            <pc:docMk/>
            <pc:sldMk cId="0" sldId="269"/>
            <ac:picMk id="3" creationId="{82207382-0D05-C2E3-8670-9C4BB106FBE4}"/>
          </ac:picMkLst>
        </pc:picChg>
      </pc:sldChg>
      <pc:sldChg chg="addSp delSp modSp mod">
        <pc:chgData name="Suvrima Datta" userId="6d4c02040084dea1" providerId="LiveId" clId="{E72EF062-9A17-406F-AB71-A9175BC20D2E}" dt="2026-01-07T13:00:10.017" v="1245" actId="20577"/>
        <pc:sldMkLst>
          <pc:docMk/>
          <pc:sldMk cId="0" sldId="270"/>
        </pc:sldMkLst>
        <pc:spChg chg="add mod">
          <ac:chgData name="Suvrima Datta" userId="6d4c02040084dea1" providerId="LiveId" clId="{E72EF062-9A17-406F-AB71-A9175BC20D2E}" dt="2026-01-07T12:59:56.740" v="1235" actId="208"/>
          <ac:spMkLst>
            <pc:docMk/>
            <pc:sldMk cId="0" sldId="270"/>
            <ac:spMk id="4" creationId="{102FC920-A3F9-EAF5-C46C-8C3575EEF6F4}"/>
          </ac:spMkLst>
        </pc:spChg>
        <pc:spChg chg="mod">
          <ac:chgData name="Suvrima Datta" userId="6d4c02040084dea1" providerId="LiveId" clId="{E72EF062-9A17-406F-AB71-A9175BC20D2E}" dt="2026-01-07T12:57:11.351" v="1206" actId="6549"/>
          <ac:spMkLst>
            <pc:docMk/>
            <pc:sldMk cId="0" sldId="270"/>
            <ac:spMk id="21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0:10.017" v="1245" actId="20577"/>
          <ac:spMkLst>
            <pc:docMk/>
            <pc:sldMk cId="0" sldId="270"/>
            <ac:spMk id="21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2:59:31.891" v="1232" actId="1076"/>
          <ac:picMkLst>
            <pc:docMk/>
            <pc:sldMk cId="0" sldId="270"/>
            <ac:picMk id="3" creationId="{2F9BC87C-93B9-C038-6270-984258AA49CA}"/>
          </ac:picMkLst>
        </pc:picChg>
      </pc:sldChg>
      <pc:sldChg chg="addSp modSp mod">
        <pc:chgData name="Suvrima Datta" userId="6d4c02040084dea1" providerId="LiveId" clId="{E72EF062-9A17-406F-AB71-A9175BC20D2E}" dt="2026-01-07T13:08:06.942" v="1300" actId="208"/>
        <pc:sldMkLst>
          <pc:docMk/>
          <pc:sldMk cId="0" sldId="271"/>
        </pc:sldMkLst>
        <pc:spChg chg="add mod">
          <ac:chgData name="Suvrima Datta" userId="6d4c02040084dea1" providerId="LiveId" clId="{E72EF062-9A17-406F-AB71-A9175BC20D2E}" dt="2026-01-07T13:08:06.942" v="1300" actId="208"/>
          <ac:spMkLst>
            <pc:docMk/>
            <pc:sldMk cId="0" sldId="271"/>
            <ac:spMk id="4" creationId="{F670FBFF-195C-D6B5-367E-F5CA2C1287AC}"/>
          </ac:spMkLst>
        </pc:spChg>
        <pc:spChg chg="mod">
          <ac:chgData name="Suvrima Datta" userId="6d4c02040084dea1" providerId="LiveId" clId="{E72EF062-9A17-406F-AB71-A9175BC20D2E}" dt="2026-01-07T13:02:28.239" v="1294" actId="6549"/>
          <ac:spMkLst>
            <pc:docMk/>
            <pc:sldMk cId="0" sldId="271"/>
            <ac:spMk id="222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2:22.241" v="1293" actId="20577"/>
          <ac:spMkLst>
            <pc:docMk/>
            <pc:sldMk cId="0" sldId="271"/>
            <ac:spMk id="223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07:44.258" v="1297" actId="1076"/>
          <ac:picMkLst>
            <pc:docMk/>
            <pc:sldMk cId="0" sldId="271"/>
            <ac:picMk id="3" creationId="{4B060132-0DC1-A333-BC68-B51F2055CA19}"/>
          </ac:picMkLst>
        </pc:picChg>
      </pc:sldChg>
      <pc:sldChg chg="addSp delSp modSp mod">
        <pc:chgData name="Suvrima Datta" userId="6d4c02040084dea1" providerId="LiveId" clId="{E72EF062-9A17-406F-AB71-A9175BC20D2E}" dt="2026-01-07T13:10:19.119" v="1332" actId="1076"/>
        <pc:sldMkLst>
          <pc:docMk/>
          <pc:sldMk cId="0" sldId="272"/>
        </pc:sldMkLst>
        <pc:spChg chg="mod">
          <ac:chgData name="Suvrima Datta" userId="6d4c02040084dea1" providerId="LiveId" clId="{E72EF062-9A17-406F-AB71-A9175BC20D2E}" dt="2026-01-07T13:09:41.371" v="1327" actId="6549"/>
          <ac:spMkLst>
            <pc:docMk/>
            <pc:sldMk cId="0" sldId="272"/>
            <ac:spMk id="228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08:50.668" v="1325" actId="20577"/>
          <ac:spMkLst>
            <pc:docMk/>
            <pc:sldMk cId="0" sldId="272"/>
            <ac:spMk id="229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10:19.119" v="1332" actId="1076"/>
          <ac:picMkLst>
            <pc:docMk/>
            <pc:sldMk cId="0" sldId="272"/>
            <ac:picMk id="3" creationId="{8D35489E-E9A2-D477-5BC1-BF8CE6D74011}"/>
          </ac:picMkLst>
        </pc:picChg>
      </pc:sldChg>
      <pc:sldChg chg="addSp modSp mod">
        <pc:chgData name="Suvrima Datta" userId="6d4c02040084dea1" providerId="LiveId" clId="{E72EF062-9A17-406F-AB71-A9175BC20D2E}" dt="2026-01-07T13:20:14.585" v="1567" actId="1076"/>
        <pc:sldMkLst>
          <pc:docMk/>
          <pc:sldMk cId="0" sldId="273"/>
        </pc:sldMkLst>
        <pc:spChg chg="mod">
          <ac:chgData name="Suvrima Datta" userId="6d4c02040084dea1" providerId="LiveId" clId="{E72EF062-9A17-406F-AB71-A9175BC20D2E}" dt="2026-01-07T13:13:27.084" v="1559" actId="12"/>
          <ac:spMkLst>
            <pc:docMk/>
            <pc:sldMk cId="0" sldId="273"/>
            <ac:spMk id="235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10:55.857" v="1379" actId="20577"/>
          <ac:spMkLst>
            <pc:docMk/>
            <pc:sldMk cId="0" sldId="273"/>
            <ac:spMk id="236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20:14.585" v="1567" actId="1076"/>
          <ac:picMkLst>
            <pc:docMk/>
            <pc:sldMk cId="0" sldId="273"/>
            <ac:picMk id="3" creationId="{D3F036CE-AB1E-AD92-72D9-4B9D76A69865}"/>
          </ac:picMkLst>
        </pc:picChg>
      </pc:sldChg>
      <pc:sldChg chg="addSp modSp mod">
        <pc:chgData name="Suvrima Datta" userId="6d4c02040084dea1" providerId="LiveId" clId="{E72EF062-9A17-406F-AB71-A9175BC20D2E}" dt="2026-01-07T13:26:48.142" v="1591" actId="1076"/>
        <pc:sldMkLst>
          <pc:docMk/>
          <pc:sldMk cId="0" sldId="274"/>
        </pc:sldMkLst>
        <pc:spChg chg="mod">
          <ac:chgData name="Suvrima Datta" userId="6d4c02040084dea1" providerId="LiveId" clId="{E72EF062-9A17-406F-AB71-A9175BC20D2E}" dt="2026-01-07T13:23:08.735" v="1586" actId="6549"/>
          <ac:spMkLst>
            <pc:docMk/>
            <pc:sldMk cId="0" sldId="274"/>
            <ac:spMk id="241" creationId="{00000000-0000-0000-0000-000000000000}"/>
          </ac:spMkLst>
        </pc:spChg>
        <pc:spChg chg="mod">
          <ac:chgData name="Suvrima Datta" userId="6d4c02040084dea1" providerId="LiveId" clId="{E72EF062-9A17-406F-AB71-A9175BC20D2E}" dt="2026-01-07T13:21:59.950" v="1585" actId="20577"/>
          <ac:spMkLst>
            <pc:docMk/>
            <pc:sldMk cId="0" sldId="274"/>
            <ac:spMk id="242" creationId="{00000000-0000-0000-0000-000000000000}"/>
          </ac:spMkLst>
        </pc:spChg>
        <pc:picChg chg="add mod">
          <ac:chgData name="Suvrima Datta" userId="6d4c02040084dea1" providerId="LiveId" clId="{E72EF062-9A17-406F-AB71-A9175BC20D2E}" dt="2026-01-07T13:26:48.142" v="1591" actId="1076"/>
          <ac:picMkLst>
            <pc:docMk/>
            <pc:sldMk cId="0" sldId="274"/>
            <ac:picMk id="3" creationId="{6004F864-FD68-6965-93B1-526466854CC8}"/>
          </ac:picMkLst>
        </pc:picChg>
      </pc:sldChg>
      <pc:sldChg chg="modSp new mod">
        <pc:chgData name="Suvrima Datta" userId="6d4c02040084dea1" providerId="LiveId" clId="{E72EF062-9A17-406F-AB71-A9175BC20D2E}" dt="2026-01-07T12:45:12.944" v="1157" actId="20577"/>
        <pc:sldMkLst>
          <pc:docMk/>
          <pc:sldMk cId="203456998" sldId="313"/>
        </pc:sldMkLst>
        <pc:spChg chg="mod">
          <ac:chgData name="Suvrima Datta" userId="6d4c02040084dea1" providerId="LiveId" clId="{E72EF062-9A17-406F-AB71-A9175BC20D2E}" dt="2026-01-07T12:45:12.944" v="1157" actId="20577"/>
          <ac:spMkLst>
            <pc:docMk/>
            <pc:sldMk cId="203456998" sldId="313"/>
            <ac:spMk id="2" creationId="{2CFCA653-36F5-519A-FC8D-7DA4EBFCF817}"/>
          </ac:spMkLst>
        </pc:spChg>
        <pc:spChg chg="mod">
          <ac:chgData name="Suvrima Datta" userId="6d4c02040084dea1" providerId="LiveId" clId="{E72EF062-9A17-406F-AB71-A9175BC20D2E}" dt="2026-01-07T12:37:03.054" v="912" actId="20577"/>
          <ac:spMkLst>
            <pc:docMk/>
            <pc:sldMk cId="203456998" sldId="313"/>
            <ac:spMk id="3" creationId="{34602A63-ED6A-19AF-59E8-019DD264D7FE}"/>
          </ac:spMkLst>
        </pc:spChg>
      </pc:sldChg>
      <pc:sldChg chg="addSp modSp new mod">
        <pc:chgData name="Suvrima Datta" userId="6d4c02040084dea1" providerId="LiveId" clId="{E72EF062-9A17-406F-AB71-A9175BC20D2E}" dt="2026-01-08T05:36:35.159" v="1736" actId="12"/>
        <pc:sldMkLst>
          <pc:docMk/>
          <pc:sldMk cId="1196780065" sldId="314"/>
        </pc:sldMkLst>
        <pc:spChg chg="mod">
          <ac:chgData name="Suvrima Datta" userId="6d4c02040084dea1" providerId="LiveId" clId="{E72EF062-9A17-406F-AB71-A9175BC20D2E}" dt="2026-01-08T05:36:35.159" v="1736" actId="12"/>
          <ac:spMkLst>
            <pc:docMk/>
            <pc:sldMk cId="1196780065" sldId="314"/>
            <ac:spMk id="2" creationId="{DF9A37A8-5954-9711-658A-FCFC25D8ABA1}"/>
          </ac:spMkLst>
        </pc:spChg>
        <pc:spChg chg="mod">
          <ac:chgData name="Suvrima Datta" userId="6d4c02040084dea1" providerId="LiveId" clId="{E72EF062-9A17-406F-AB71-A9175BC20D2E}" dt="2026-01-08T05:32:27.956" v="1649" actId="20577"/>
          <ac:spMkLst>
            <pc:docMk/>
            <pc:sldMk cId="1196780065" sldId="314"/>
            <ac:spMk id="3" creationId="{CF59E426-93C0-CE14-3D30-51F5F2B504C4}"/>
          </ac:spMkLst>
        </pc:spChg>
        <pc:picChg chg="add mod">
          <ac:chgData name="Suvrima Datta" userId="6d4c02040084dea1" providerId="LiveId" clId="{E72EF062-9A17-406F-AB71-A9175BC20D2E}" dt="2026-01-08T05:36:09.436" v="1702" actId="1076"/>
          <ac:picMkLst>
            <pc:docMk/>
            <pc:sldMk cId="1196780065" sldId="314"/>
            <ac:picMk id="5" creationId="{C0CDEEE5-7184-063D-34A4-EEB80955117F}"/>
          </ac:picMkLst>
        </pc:picChg>
      </pc:sldChg>
      <pc:sldMasterChg chg="delSldLayout">
        <pc:chgData name="Suvrima Datta" userId="6d4c02040084dea1" providerId="LiveId" clId="{E72EF062-9A17-406F-AB71-A9175BC20D2E}" dt="2026-01-07T16:15:29.886" v="1615" actId="47"/>
        <pc:sldMasterMkLst>
          <pc:docMk/>
          <pc:sldMasterMk cId="0" sldId="2147483648"/>
        </pc:sldMasterMkLst>
      </pc:sldMasterChg>
    </pc:docChg>
  </pc:docChgLst>
  <pc:docChgLst>
    <pc:chgData name="Aditya Goyal" userId="28ba76c4d5cd0189" providerId="LiveId" clId="{DD74AB06-3B7D-4F56-8823-7F8A06C15D26}"/>
    <pc:docChg chg="modSld">
      <pc:chgData name="Aditya Goyal" userId="28ba76c4d5cd0189" providerId="LiveId" clId="{DD74AB06-3B7D-4F56-8823-7F8A06C15D26}" dt="2026-01-14T13:27:42.946" v="3" actId="1038"/>
      <pc:docMkLst>
        <pc:docMk/>
      </pc:docMkLst>
      <pc:sldChg chg="modSp mod">
        <pc:chgData name="Aditya Goyal" userId="28ba76c4d5cd0189" providerId="LiveId" clId="{DD74AB06-3B7D-4F56-8823-7F8A06C15D26}" dt="2026-01-14T13:27:42.946" v="3" actId="1038"/>
        <pc:sldMkLst>
          <pc:docMk/>
          <pc:sldMk cId="0" sldId="272"/>
        </pc:sldMkLst>
        <pc:picChg chg="mod">
          <ac:chgData name="Aditya Goyal" userId="28ba76c4d5cd0189" providerId="LiveId" clId="{DD74AB06-3B7D-4F56-8823-7F8A06C15D26}" dt="2026-01-14T13:27:42.946" v="3" actId="1038"/>
          <ac:picMkLst>
            <pc:docMk/>
            <pc:sldMk cId="0" sldId="272"/>
            <ac:picMk id="3" creationId="{8D35489E-E9A2-D477-5BC1-BF8CE6D74011}"/>
          </ac:picMkLst>
        </pc:picChg>
      </pc:sldChg>
    </pc:docChg>
  </pc:docChgLst>
  <pc:docChgLst>
    <pc:chgData name="Ansh Sharma" userId="S::aanshmudgal@kgpian.iitkgp.ac.in::1b55d757-96ba-4120-b246-47e99f618c52" providerId="AD" clId="Web-{578BF05B-2CF7-319D-E81C-DEC4F32FEC27}"/>
    <pc:docChg chg="modSld">
      <pc:chgData name="Ansh Sharma" userId="S::aanshmudgal@kgpian.iitkgp.ac.in::1b55d757-96ba-4120-b246-47e99f618c52" providerId="AD" clId="Web-{578BF05B-2CF7-319D-E81C-DEC4F32FEC27}" dt="2026-01-08T08:49:56.090" v="1" actId="1076"/>
      <pc:docMkLst>
        <pc:docMk/>
      </pc:docMkLst>
      <pc:sldChg chg="modSp">
        <pc:chgData name="Ansh Sharma" userId="S::aanshmudgal@kgpian.iitkgp.ac.in::1b55d757-96ba-4120-b246-47e99f618c52" providerId="AD" clId="Web-{578BF05B-2CF7-319D-E81C-DEC4F32FEC27}" dt="2026-01-08T08:49:56.090" v="1" actId="1076"/>
        <pc:sldMkLst>
          <pc:docMk/>
          <pc:sldMk cId="0" sldId="256"/>
        </pc:sldMkLst>
        <pc:spChg chg="mod">
          <ac:chgData name="Ansh Sharma" userId="S::aanshmudgal@kgpian.iitkgp.ac.in::1b55d757-96ba-4120-b246-47e99f618c52" providerId="AD" clId="Web-{578BF05B-2CF7-319D-E81C-DEC4F32FEC27}" dt="2026-01-08T08:49:56.090" v="1" actId="1076"/>
          <ac:spMkLst>
            <pc:docMk/>
            <pc:sldMk cId="0" sldId="256"/>
            <ac:spMk id="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68b522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a568b522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48c4e13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48c4e13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48c4e13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48c4e13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48c4e13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48c4e13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648c4e1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648c4e1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48c4e13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648c4e13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648c4e130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648c4e130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648c4e13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648c4e13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48c4e13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48c4e130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648c4e13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648c4e13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48c4e13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648c4e13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648c4e13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648c4e13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648c4e13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648c4e13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648c4e130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648c4e130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48c4e13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648c4e130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48c4e130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648c4e130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648c4e130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648c4e130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09"/>
          <p:cNvSpPr/>
          <p:nvPr/>
        </p:nvSpPr>
        <p:spPr>
          <a:xfrm>
            <a:off x="0" y="6858"/>
            <a:ext cx="9144000" cy="92148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8" name="Google Shape;8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95" y="3372412"/>
            <a:ext cx="823430" cy="9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09"/>
          <p:cNvSpPr txBox="1"/>
          <p:nvPr/>
        </p:nvSpPr>
        <p:spPr>
          <a:xfrm>
            <a:off x="60307" y="4377574"/>
            <a:ext cx="2948501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09"/>
          <p:cNvSpPr/>
          <p:nvPr/>
        </p:nvSpPr>
        <p:spPr>
          <a:xfrm>
            <a:off x="3102864" y="961791"/>
            <a:ext cx="58507" cy="407686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9"/>
          <p:cNvSpPr txBox="1"/>
          <p:nvPr/>
        </p:nvSpPr>
        <p:spPr>
          <a:xfrm>
            <a:off x="60307" y="2734763"/>
            <a:ext cx="304255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9"/>
          <p:cNvSpPr txBox="1">
            <a:spLocks noGrp="1"/>
          </p:cNvSpPr>
          <p:nvPr>
            <p:ph type="title"/>
          </p:nvPr>
        </p:nvSpPr>
        <p:spPr>
          <a:xfrm>
            <a:off x="0" y="6858"/>
            <a:ext cx="9144000" cy="92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109" title="logo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374" y="3397037"/>
            <a:ext cx="945550" cy="9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9"/>
          <p:cNvSpPr txBox="1"/>
          <p:nvPr/>
        </p:nvSpPr>
        <p:spPr>
          <a:xfrm>
            <a:off x="80486" y="1590668"/>
            <a:ext cx="2909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Ubiquitous Networked Systems Lab</a:t>
            </a:r>
            <a:endParaRPr sz="21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5" name="Google Shape;15;p109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7942" t="34244" r="8185" b="38461"/>
          <a:stretch/>
        </p:blipFill>
        <p:spPr>
          <a:xfrm>
            <a:off x="79220" y="1028969"/>
            <a:ext cx="1725563" cy="5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1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497" cy="401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 Narrow"/>
              <a:buChar char="•"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 Narrow"/>
              <a:buChar char="•"/>
              <a:defRPr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8" name="Google Shape;18;p111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" name="Google Shape;19;p111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Narrow"/>
              <a:buNone/>
              <a:defRPr sz="18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pic>
        <p:nvPicPr>
          <p:cNvPr id="21" name="Google Shape;21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41075" y="4540075"/>
            <a:ext cx="453785" cy="507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1" title="logo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940" y="4553646"/>
            <a:ext cx="521084" cy="540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7"/>
          <p:cNvSpPr txBox="1">
            <a:spLocks noGrp="1"/>
          </p:cNvSpPr>
          <p:nvPr>
            <p:ph type="body" idx="1"/>
          </p:nvPr>
        </p:nvSpPr>
        <p:spPr>
          <a:xfrm>
            <a:off x="125451" y="777797"/>
            <a:ext cx="4389399" cy="400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27"/>
          <p:cNvSpPr txBox="1">
            <a:spLocks noGrp="1"/>
          </p:cNvSpPr>
          <p:nvPr>
            <p:ph type="body" idx="2"/>
          </p:nvPr>
        </p:nvSpPr>
        <p:spPr>
          <a:xfrm>
            <a:off x="4629150" y="777797"/>
            <a:ext cx="4328067" cy="400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27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" name="Google Shape;34;p12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27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8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28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2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2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28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" name="Google Shape;42;p128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28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9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6" name="Google Shape;46;p12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29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0"/>
          <p:cNvSpPr txBox="1">
            <a:spLocks noGrp="1"/>
          </p:cNvSpPr>
          <p:nvPr>
            <p:ph type="title"/>
          </p:nvPr>
        </p:nvSpPr>
        <p:spPr>
          <a:xfrm>
            <a:off x="629841" y="740569"/>
            <a:ext cx="2949178" cy="80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3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0"/>
          <p:cNvSpPr txBox="1"/>
          <p:nvPr/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TITLE OF THE SLIDE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0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1"/>
          <p:cNvSpPr txBox="1">
            <a:spLocks noGrp="1"/>
          </p:cNvSpPr>
          <p:nvPr>
            <p:ph type="title"/>
          </p:nvPr>
        </p:nvSpPr>
        <p:spPr>
          <a:xfrm>
            <a:off x="629841" y="740569"/>
            <a:ext cx="2949178" cy="80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24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3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31"/>
          <p:cNvSpPr txBox="1"/>
          <p:nvPr/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TITLE OF THE SLIDE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1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2"/>
          <p:cNvSpPr txBox="1">
            <a:spLocks noGrp="1"/>
          </p:cNvSpPr>
          <p:nvPr>
            <p:ph type="body" idx="1"/>
          </p:nvPr>
        </p:nvSpPr>
        <p:spPr>
          <a:xfrm rot="5400000">
            <a:off x="2534114" y="-1622502"/>
            <a:ext cx="4014440" cy="881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2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3" name="Google Shape;63;p13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32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3"/>
          <p:cNvSpPr txBox="1">
            <a:spLocks noGrp="1"/>
          </p:cNvSpPr>
          <p:nvPr>
            <p:ph type="title"/>
          </p:nvPr>
        </p:nvSpPr>
        <p:spPr>
          <a:xfrm rot="5400000">
            <a:off x="5961678" y="1769603"/>
            <a:ext cx="3871652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8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33"/>
          <p:cNvSpPr txBox="1">
            <a:spLocks noGrp="1"/>
          </p:cNvSpPr>
          <p:nvPr>
            <p:ph type="body" idx="1"/>
          </p:nvPr>
        </p:nvSpPr>
        <p:spPr>
          <a:xfrm rot="5400000">
            <a:off x="1497356" y="-552290"/>
            <a:ext cx="3813107" cy="6556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33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3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6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497" cy="4012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36"/>
          <p:cNvSpPr/>
          <p:nvPr/>
        </p:nvSpPr>
        <p:spPr>
          <a:xfrm>
            <a:off x="0" y="6858"/>
            <a:ext cx="9144000" cy="63779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" name="Google Shape;72;p13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 Rounded"/>
              <a:buNone/>
              <a:defRPr sz="21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36"/>
          <p:cNvSpPr txBox="1"/>
          <p:nvPr/>
        </p:nvSpPr>
        <p:spPr>
          <a:xfrm>
            <a:off x="175" y="4865450"/>
            <a:ext cx="2761800" cy="276900"/>
          </a:xfrm>
          <a:prstGeom prst="rect">
            <a:avLst/>
          </a:prstGeom>
          <a:solidFill>
            <a:srgbClr val="2E75B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Indian Institute of Technology Kharagpur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>
            <a:spLocks noGrp="1"/>
          </p:cNvSpPr>
          <p:nvPr>
            <p:ph type="title"/>
          </p:nvPr>
        </p:nvSpPr>
        <p:spPr>
          <a:xfrm>
            <a:off x="0" y="-3431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" sz="2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Wireshark: a network traffic analysis tool</a:t>
            </a:r>
            <a:endParaRPr sz="240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AA67A-623A-50A1-413A-061C0BCB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003" y="1040901"/>
            <a:ext cx="3367997" cy="3367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2E2DB2-C71B-8E9D-57F0-EA82D86AF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931" y="1462140"/>
            <a:ext cx="2756685" cy="2756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68b52202_0_134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wireshark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D240F-4A94-88A7-B940-29A6A681F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853068"/>
            <a:ext cx="6673065" cy="3236047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Wireshark is a network packet/protocol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Multi-platform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Deep inspection of packets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Live captures and offline analysis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Powerful display filters</a:t>
            </a:r>
          </a:p>
          <a:p>
            <a:pPr marL="101600" indent="0">
              <a:buNone/>
            </a:pP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48c4e130_0_4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Network administrators use it to troubleshoot network problems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security problem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Debug protocol implementation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Learn network protocol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Wireshark will not manipulate the things on the network; it will only measure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96" name="Google Shape;96;g3a648c4e130_0_4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Intended purpose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48c4e130_0_2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Download and installation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2DEAF-F446-E2B2-6DFA-B5E489C615FB}"/>
              </a:ext>
            </a:extLst>
          </p:cNvPr>
          <p:cNvSpPr txBox="1"/>
          <p:nvPr/>
        </p:nvSpPr>
        <p:spPr>
          <a:xfrm>
            <a:off x="0" y="775698"/>
            <a:ext cx="4652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 the link below to download Wireshark:</a:t>
            </a: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https://www.wireshark.org/download.html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D8653-A67C-50F0-E0A4-44052B35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59" y="825244"/>
            <a:ext cx="4443573" cy="3367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C8384C-19EF-CDDD-BBE1-B5E65A99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41" y="1566809"/>
            <a:ext cx="4077072" cy="303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648c4e130_0_45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136" name="Google Shape;136;g3a648c4e130_0_45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interface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42E6A-4042-1AA1-4562-E842FD18B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120" y="760914"/>
            <a:ext cx="5954223" cy="4088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648c4e130_0_39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29" name="Google Shape;129;g3a648c4e130_0_3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interface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F4988-E9EE-04CD-5E37-16556697F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13" y="1797978"/>
            <a:ext cx="8588739" cy="28957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147A1D-24F7-BA48-7C96-2930ACBE4A51}"/>
              </a:ext>
            </a:extLst>
          </p:cNvPr>
          <p:cNvSpPr/>
          <p:nvPr/>
        </p:nvSpPr>
        <p:spPr>
          <a:xfrm>
            <a:off x="364734" y="4417888"/>
            <a:ext cx="2095928" cy="1695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5D2D5E-742A-B836-468B-FE78E4C06F78}"/>
              </a:ext>
            </a:extLst>
          </p:cNvPr>
          <p:cNvCxnSpPr/>
          <p:nvPr/>
        </p:nvCxnSpPr>
        <p:spPr>
          <a:xfrm flipH="1">
            <a:off x="2481209" y="3549721"/>
            <a:ext cx="2517169" cy="9452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FDEADD2-E632-5D06-6DDD-8BFDBDE334A3}"/>
              </a:ext>
            </a:extLst>
          </p:cNvPr>
          <p:cNvSpPr txBox="1"/>
          <p:nvPr/>
        </p:nvSpPr>
        <p:spPr>
          <a:xfrm>
            <a:off x="4931596" y="3375060"/>
            <a:ext cx="1787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Header fields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48c4e130_0_5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statistics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E08704-D8A5-DD7A-7363-596ADA1D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7" y="642136"/>
            <a:ext cx="7700480" cy="41353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98C8F9-61B2-D618-D5B5-AF746EB8201E}"/>
              </a:ext>
            </a:extLst>
          </p:cNvPr>
          <p:cNvSpPr/>
          <p:nvPr/>
        </p:nvSpPr>
        <p:spPr>
          <a:xfrm>
            <a:off x="5409344" y="4618234"/>
            <a:ext cx="775699" cy="236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235218-823E-A579-06F9-60768EE1065D}"/>
              </a:ext>
            </a:extLst>
          </p:cNvPr>
          <p:cNvCxnSpPr>
            <a:cxnSpLocks/>
          </p:cNvCxnSpPr>
          <p:nvPr/>
        </p:nvCxnSpPr>
        <p:spPr>
          <a:xfrm>
            <a:off x="5774076" y="4094251"/>
            <a:ext cx="0" cy="5291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4E3ECD-B02A-7182-92FF-810C342890E7}"/>
              </a:ext>
            </a:extLst>
          </p:cNvPr>
          <p:cNvSpPr txBox="1"/>
          <p:nvPr/>
        </p:nvSpPr>
        <p:spPr>
          <a:xfrm>
            <a:off x="4726113" y="3791163"/>
            <a:ext cx="2907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packets captured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48c4e130_0_59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conversations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A8AA28-2772-6BA4-B6EF-639CA23288F2}"/>
              </a:ext>
            </a:extLst>
          </p:cNvPr>
          <p:cNvSpPr txBox="1"/>
          <p:nvPr/>
        </p:nvSpPr>
        <p:spPr>
          <a:xfrm>
            <a:off x="184934" y="642134"/>
            <a:ext cx="698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 to statistics in the command menus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 statistics, go to conversations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634C0-83A3-5F93-B115-60998D50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3" y="1337108"/>
            <a:ext cx="7577191" cy="34886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48c4e130_0_70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Packet filtering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3EE31-E5A6-F7B5-D9AC-6BC7E03C5B04}"/>
              </a:ext>
            </a:extLst>
          </p:cNvPr>
          <p:cNvSpPr txBox="1"/>
          <p:nvPr/>
        </p:nvSpPr>
        <p:spPr>
          <a:xfrm>
            <a:off x="92468" y="611312"/>
            <a:ext cx="5399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Type ‘HTTP’ in the display filter and enter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1B6B3-9810-3115-B5BA-10A0D3BBA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" y="987354"/>
            <a:ext cx="7371708" cy="3826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25598D-9256-6514-26EC-5CDB85CA3D01}"/>
              </a:ext>
            </a:extLst>
          </p:cNvPr>
          <p:cNvSpPr/>
          <p:nvPr/>
        </p:nvSpPr>
        <p:spPr>
          <a:xfrm>
            <a:off x="200346" y="1248310"/>
            <a:ext cx="477748" cy="113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988983-63F6-A053-D276-00BAB9798581}"/>
              </a:ext>
            </a:extLst>
          </p:cNvPr>
          <p:cNvCxnSpPr>
            <a:cxnSpLocks/>
          </p:cNvCxnSpPr>
          <p:nvPr/>
        </p:nvCxnSpPr>
        <p:spPr>
          <a:xfrm>
            <a:off x="765425" y="1104472"/>
            <a:ext cx="0" cy="2157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7E651F-1FD2-4F34-F572-033ECE9FB584}"/>
              </a:ext>
            </a:extLst>
          </p:cNvPr>
          <p:cNvSpPr txBox="1"/>
          <p:nvPr/>
        </p:nvSpPr>
        <p:spPr>
          <a:xfrm>
            <a:off x="457201" y="873303"/>
            <a:ext cx="1587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filter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48c4e130_0_91"/>
          <p:cNvSpPr txBox="1">
            <a:spLocks noGrp="1"/>
          </p:cNvSpPr>
          <p:nvPr>
            <p:ph type="body" idx="1"/>
          </p:nvPr>
        </p:nvSpPr>
        <p:spPr>
          <a:xfrm>
            <a:off x="231670" y="524295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Select the HTTP packet and right-click</a:t>
            </a: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Go to the ‘Follow’ option and then click on HTTP stream</a:t>
            </a: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lang="en-IN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 b="1"/>
          </a:p>
        </p:txBody>
      </p:sp>
      <p:sp>
        <p:nvSpPr>
          <p:cNvPr id="191" name="Google Shape;191;g3a648c4e130_0_9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Packet filtering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95F00-CDEB-AC76-D64C-78115CFC6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178" y="1455489"/>
            <a:ext cx="5120335" cy="3537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648c4e130_0_96"/>
          <p:cNvSpPr txBox="1">
            <a:spLocks noGrp="1"/>
          </p:cNvSpPr>
          <p:nvPr>
            <p:ph type="body" idx="1"/>
          </p:nvPr>
        </p:nvSpPr>
        <p:spPr>
          <a:xfrm>
            <a:off x="118654" y="683545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Click on     sign on the right-hand side of the display filter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/>
          </a:p>
        </p:txBody>
      </p:sp>
      <p:sp>
        <p:nvSpPr>
          <p:cNvPr id="198" name="Google Shape;198;g3a648c4e130_0_9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filter button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3B4B8-8781-5940-6B16-D6CC735C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80" y="1269167"/>
            <a:ext cx="6837452" cy="3605785"/>
          </a:xfrm>
          <a:prstGeom prst="rect">
            <a:avLst/>
          </a:prstGeom>
        </p:spPr>
      </p:pic>
      <p:sp>
        <p:nvSpPr>
          <p:cNvPr id="4" name="Plus Sign 3">
            <a:extLst>
              <a:ext uri="{FF2B5EF4-FFF2-40B4-BE49-F238E27FC236}">
                <a16:creationId xmlns:a16="http://schemas.microsoft.com/office/drawing/2014/main" id="{D62A538D-469A-356D-8363-BC98BC048F7B}"/>
              </a:ext>
            </a:extLst>
          </p:cNvPr>
          <p:cNvSpPr/>
          <p:nvPr/>
        </p:nvSpPr>
        <p:spPr>
          <a:xfrm>
            <a:off x="955496" y="914400"/>
            <a:ext cx="246580" cy="226032"/>
          </a:xfrm>
          <a:prstGeom prst="mathPlus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CA653-36F5-519A-FC8D-7DA4EBFCF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IN" dirty="0" err="1"/>
              <a:t>ip.src</a:t>
            </a:r>
            <a:r>
              <a:rPr lang="en-IN" dirty="0"/>
              <a:t>==10.5.20.248</a:t>
            </a:r>
          </a:p>
          <a:p>
            <a:pPr marL="101600" indent="0">
              <a:buNone/>
            </a:pPr>
            <a:r>
              <a:rPr lang="en-IN" dirty="0" err="1"/>
              <a:t>ip.addr</a:t>
            </a:r>
            <a:r>
              <a:rPr lang="en-IN" dirty="0"/>
              <a:t>==10.5.20.248 &amp;&amp; </a:t>
            </a:r>
            <a:r>
              <a:rPr lang="en-IN" dirty="0" err="1"/>
              <a:t>ip.addr</a:t>
            </a:r>
            <a:r>
              <a:rPr lang="en-IN" dirty="0"/>
              <a:t>==172.16.1.164</a:t>
            </a:r>
          </a:p>
          <a:p>
            <a:pPr marL="101600" indent="0">
              <a:buNone/>
            </a:pPr>
            <a:r>
              <a:rPr lang="en-IN" dirty="0" err="1"/>
              <a:t>Tcp.port</a:t>
            </a:r>
            <a:r>
              <a:rPr lang="en-IN" dirty="0"/>
              <a:t>==80</a:t>
            </a:r>
          </a:p>
          <a:p>
            <a:pPr marL="101600" indent="0">
              <a:buNone/>
            </a:pPr>
            <a:r>
              <a:rPr lang="en-IN" dirty="0" err="1"/>
              <a:t>Tcp.port</a:t>
            </a:r>
            <a:r>
              <a:rPr lang="en-IN" dirty="0"/>
              <a:t>==80 || </a:t>
            </a:r>
            <a:r>
              <a:rPr lang="en-IN" dirty="0" err="1"/>
              <a:t>tcp.port</a:t>
            </a:r>
            <a:r>
              <a:rPr lang="en-IN" dirty="0"/>
              <a:t> ==3389</a:t>
            </a:r>
          </a:p>
          <a:p>
            <a:pPr marL="101600" indent="0">
              <a:buNone/>
            </a:pPr>
            <a:r>
              <a:rPr lang="en-IN" dirty="0"/>
              <a:t>(</a:t>
            </a:r>
            <a:r>
              <a:rPr lang="en-IN" dirty="0" err="1"/>
              <a:t>ip.addr</a:t>
            </a:r>
            <a:r>
              <a:rPr lang="en-IN" dirty="0"/>
              <a:t>==10.5.20.248 &amp;&amp; </a:t>
            </a:r>
            <a:r>
              <a:rPr lang="en-IN" dirty="0" err="1"/>
              <a:t>ip.addr</a:t>
            </a:r>
            <a:r>
              <a:rPr lang="en-IN" dirty="0"/>
              <a:t>==172.16.1.164) &amp;&amp;(</a:t>
            </a:r>
            <a:r>
              <a:rPr lang="en-IN" dirty="0" err="1"/>
              <a:t>tcp.port</a:t>
            </a:r>
            <a:r>
              <a:rPr lang="en-IN" dirty="0"/>
              <a:t>==445||</a:t>
            </a:r>
            <a:r>
              <a:rPr lang="en-IN" dirty="0" err="1"/>
              <a:t>tcp.port</a:t>
            </a:r>
            <a:r>
              <a:rPr lang="en-IN" dirty="0"/>
              <a:t>==139)</a:t>
            </a:r>
          </a:p>
          <a:p>
            <a:pPr marL="101600" indent="0">
              <a:buNone/>
            </a:pPr>
            <a:r>
              <a:rPr lang="en-IN" dirty="0"/>
              <a:t>(</a:t>
            </a:r>
            <a:r>
              <a:rPr lang="en-IN" dirty="0" err="1"/>
              <a:t>ip.addr</a:t>
            </a:r>
            <a:r>
              <a:rPr lang="en-IN" dirty="0"/>
              <a:t>==10.5.20.248 &amp;&amp; </a:t>
            </a:r>
            <a:r>
              <a:rPr lang="en-IN" dirty="0" err="1"/>
              <a:t>ip.addr</a:t>
            </a:r>
            <a:r>
              <a:rPr lang="en-IN" dirty="0"/>
              <a:t>==172.16.1.164) &amp;&amp;(</a:t>
            </a:r>
            <a:r>
              <a:rPr lang="en-IN" dirty="0" err="1"/>
              <a:t>udp.port</a:t>
            </a:r>
            <a:r>
              <a:rPr lang="en-IN" dirty="0"/>
              <a:t>==67||</a:t>
            </a:r>
            <a:r>
              <a:rPr lang="en-IN" dirty="0" err="1"/>
              <a:t>udp.port</a:t>
            </a:r>
            <a:r>
              <a:rPr lang="en-IN" dirty="0"/>
              <a:t>==68)</a:t>
            </a:r>
          </a:p>
          <a:p>
            <a:pPr marL="1016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602A63-ED6A-19AF-59E8-019DD264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Display filter example</a:t>
            </a:r>
          </a:p>
        </p:txBody>
      </p:sp>
    </p:spTree>
    <p:extLst>
      <p:ext uri="{BB962C8B-B14F-4D97-AF65-F5344CB8AC3E}">
        <p14:creationId xmlns:p14="http://schemas.microsoft.com/office/powerpoint/2010/main" val="203456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48c4e130_0_102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2290635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IN"/>
              <a:t>Go to the ‘Edit’ in the command menus</a:t>
            </a:r>
          </a:p>
          <a:p>
            <a:pPr marL="342900" indent="-342900"/>
            <a:r>
              <a:rPr lang="en-IN"/>
              <a:t>Under ‘Edit’,  click on Preferences </a:t>
            </a:r>
          </a:p>
          <a:p>
            <a:pPr marL="342900" indent="-342900"/>
            <a:r>
              <a:rPr lang="en-IN"/>
              <a:t>Click on the layout </a:t>
            </a:r>
            <a:endParaRPr/>
          </a:p>
        </p:txBody>
      </p:sp>
      <p:sp>
        <p:nvSpPr>
          <p:cNvPr id="204" name="Google Shape;204;g3a648c4e130_0_10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 change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48E06-0377-6D6A-E592-19D671FA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757" y="816433"/>
            <a:ext cx="6529227" cy="3507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648c4e130_0_107"/>
          <p:cNvSpPr txBox="1">
            <a:spLocks noGrp="1"/>
          </p:cNvSpPr>
          <p:nvPr>
            <p:ph type="body" idx="1"/>
          </p:nvPr>
        </p:nvSpPr>
        <p:spPr>
          <a:xfrm>
            <a:off x="239705" y="811793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a648c4e130_0_10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packets-Ethernet frame example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207382-0D05-C2E3-8670-9C4BB106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6" y="927418"/>
            <a:ext cx="8640566" cy="33066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648c4e130_0_117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a648c4e130_0_117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err="1"/>
              <a:t>Analyzing</a:t>
            </a:r>
            <a:r>
              <a:rPr lang="en-IN"/>
              <a:t> packets-IP header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BC87C-93B9-C038-6270-984258AA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46" y="957075"/>
            <a:ext cx="8796661" cy="27621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2FC920-A3F9-EAF5-C46C-8C3575EEF6F4}"/>
              </a:ext>
            </a:extLst>
          </p:cNvPr>
          <p:cNvSpPr/>
          <p:nvPr/>
        </p:nvSpPr>
        <p:spPr>
          <a:xfrm>
            <a:off x="236306" y="2342508"/>
            <a:ext cx="3904179" cy="12277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648c4e130_0_112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648c4e130_0_112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TCP header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60132-0DC1-A333-BC68-B51F2055C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0" y="842339"/>
            <a:ext cx="9020710" cy="35067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70FBFF-195C-D6B5-367E-F5CA2C1287AC}"/>
              </a:ext>
            </a:extLst>
          </p:cNvPr>
          <p:cNvSpPr/>
          <p:nvPr/>
        </p:nvSpPr>
        <p:spPr>
          <a:xfrm>
            <a:off x="107879" y="2434975"/>
            <a:ext cx="3030876" cy="19264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648c4e130_0_123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a648c4e130_0_123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TCP handshaking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35489E-E9A2-D477-5BC1-BF8CE6D7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9" y="691742"/>
            <a:ext cx="7792948" cy="417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648c4e130_0_131"/>
          <p:cNvSpPr txBox="1">
            <a:spLocks noGrp="1"/>
          </p:cNvSpPr>
          <p:nvPr>
            <p:ph type="body" idx="1"/>
          </p:nvPr>
        </p:nvSpPr>
        <p:spPr>
          <a:xfrm>
            <a:off x="239700" y="731575"/>
            <a:ext cx="8664600" cy="41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Before any data transfer, TCP establish a connection</a:t>
            </a:r>
          </a:p>
          <a:p>
            <a:pPr marL="342900" indent="-34290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One TCP entity is waiting for a connection (“Server”)</a:t>
            </a:r>
          </a:p>
          <a:p>
            <a:pPr marL="342900" indent="-342900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other TCP entity (“Client”) contacts the server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a648c4e130_0_131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Connection-oriented service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036CE-AB1E-AD92-72D9-4B9D76A69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197" y="2116477"/>
            <a:ext cx="6112356" cy="2707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1EA000-8149-394E-95E8-581C9D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DFB150-1B5A-B9D2-71AC-C9042FB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297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648c4e130_0_136"/>
          <p:cNvSpPr txBox="1">
            <a:spLocks noGrp="1"/>
          </p:cNvSpPr>
          <p:nvPr>
            <p:ph type="body" idx="1"/>
          </p:nvPr>
        </p:nvSpPr>
        <p:spPr>
          <a:xfrm>
            <a:off x="267630" y="853068"/>
            <a:ext cx="8664600" cy="401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endParaRPr/>
          </a:p>
        </p:txBody>
      </p:sp>
      <p:sp>
        <p:nvSpPr>
          <p:cNvPr id="242" name="Google Shape;242;g3a648c4e130_0_136"/>
          <p:cNvSpPr txBox="1">
            <a:spLocks noGrp="1"/>
          </p:cNvSpPr>
          <p:nvPr>
            <p:ph type="title"/>
          </p:nvPr>
        </p:nvSpPr>
        <p:spPr>
          <a:xfrm>
            <a:off x="0" y="6859"/>
            <a:ext cx="9144000" cy="63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Hierarchy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4F864-FD68-6965-93B1-526466854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67" y="694433"/>
            <a:ext cx="7993295" cy="41820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9A37A8-5954-9711-658A-FCFC25D8A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219" y="483198"/>
            <a:ext cx="8664497" cy="4012379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Go to statistics and then select I/O Graphs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 tool</a:t>
            </a:r>
          </a:p>
          <a:p>
            <a:pPr marL="10160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59E426-93C0-CE14-3D30-51F5F2B5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Packet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DEEE5-7184-063D-34A4-EEB80955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0" y="1375181"/>
            <a:ext cx="7330611" cy="348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8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29A87FD521244DBB1E5B26D0F27C3B" ma:contentTypeVersion="3" ma:contentTypeDescription="Create a new document." ma:contentTypeScope="" ma:versionID="aced86a6e61cfa794fc81971239215b1">
  <xsd:schema xmlns:xsd="http://www.w3.org/2001/XMLSchema" xmlns:xs="http://www.w3.org/2001/XMLSchema" xmlns:p="http://schemas.microsoft.com/office/2006/metadata/properties" xmlns:ns2="ebce6c35-d940-499f-9365-1d90fb37130a" targetNamespace="http://schemas.microsoft.com/office/2006/metadata/properties" ma:root="true" ma:fieldsID="d7bd5a3c167be2637a1dc64ed692ae73" ns2:_="">
    <xsd:import namespace="ebce6c35-d940-499f-9365-1d90fb3713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e6c35-d940-499f-9365-1d90fb3713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1AE169-F5F6-453D-A5A5-36CA332B3A3D}">
  <ds:schemaRefs>
    <ds:schemaRef ds:uri="ebce6c35-d940-499f-9365-1d90fb3713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669FFEB-34FE-413E-A038-3414A530DB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8300E3-0AA4-4A86-8B35-9417B601E47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On-screen Show (16:9)</PresentationFormat>
  <Paragraphs>57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Arial Rounded</vt:lpstr>
      <vt:lpstr>Arial Narrow</vt:lpstr>
      <vt:lpstr>Cambria</vt:lpstr>
      <vt:lpstr>Arial</vt:lpstr>
      <vt:lpstr>Times New Roman</vt:lpstr>
      <vt:lpstr>Office Theme</vt:lpstr>
      <vt:lpstr>Wireshark: a network traffic analysis tool</vt:lpstr>
      <vt:lpstr>What is wireshark</vt:lpstr>
      <vt:lpstr>Intended purpose</vt:lpstr>
      <vt:lpstr>Download and installation</vt:lpstr>
      <vt:lpstr>Wireshark interface</vt:lpstr>
      <vt:lpstr>Wireshark interface</vt:lpstr>
      <vt:lpstr>Packet statistics</vt:lpstr>
      <vt:lpstr>Packet conversations</vt:lpstr>
      <vt:lpstr>Packet filtering</vt:lpstr>
      <vt:lpstr>Packet filtering</vt:lpstr>
      <vt:lpstr>How to create filter button</vt:lpstr>
      <vt:lpstr>Display filter example</vt:lpstr>
      <vt:lpstr>Layout change</vt:lpstr>
      <vt:lpstr>Analyzing packets-Ethernet frame example</vt:lpstr>
      <vt:lpstr>Analyzing packets-IP header</vt:lpstr>
      <vt:lpstr>Analyzing TCP header</vt:lpstr>
      <vt:lpstr>Analyzing TCP handshaking</vt:lpstr>
      <vt:lpstr>Connection-oriented service</vt:lpstr>
      <vt:lpstr>PowerPoint Presentation</vt:lpstr>
      <vt:lpstr>Protocol Hierarchy</vt:lpstr>
      <vt:lpstr>Packet Statistics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Suvrima Datta</dc:creator>
  <cp:lastModifiedBy>Aditya Goyal</cp:lastModifiedBy>
  <cp:revision>1</cp:revision>
  <dcterms:modified xsi:type="dcterms:W3CDTF">2026-01-14T13:27:52Z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0x0101006229A87FD521244DBB1E5B26D0F27C3B</vt:lpwstr>
  </property>
</Properties>
</file>